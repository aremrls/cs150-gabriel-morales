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8" r:id="rId1"/>
  </p:sldMasterIdLst>
  <p:notesMasterIdLst>
    <p:notesMasterId r:id="rId19"/>
  </p:notesMasterIdLst>
  <p:sldIdLst>
    <p:sldId id="456" r:id="rId2"/>
    <p:sldId id="316" r:id="rId3"/>
    <p:sldId id="264" r:id="rId4"/>
    <p:sldId id="314" r:id="rId5"/>
    <p:sldId id="315" r:id="rId6"/>
    <p:sldId id="267" r:id="rId7"/>
    <p:sldId id="498" r:id="rId8"/>
    <p:sldId id="259" r:id="rId9"/>
    <p:sldId id="260" r:id="rId10"/>
    <p:sldId id="317" r:id="rId11"/>
    <p:sldId id="319" r:id="rId12"/>
    <p:sldId id="318" r:id="rId13"/>
    <p:sldId id="499" r:id="rId14"/>
    <p:sldId id="500" r:id="rId15"/>
    <p:sldId id="504" r:id="rId16"/>
    <p:sldId id="501" r:id="rId17"/>
    <p:sldId id="49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D72863"/>
    <a:srgbClr val="FFF3CA"/>
    <a:srgbClr val="0096A8"/>
    <a:srgbClr val="F0E8C9"/>
    <a:srgbClr val="FEFCEB"/>
    <a:srgbClr val="F9EBF8"/>
    <a:srgbClr val="AAD1AA"/>
    <a:srgbClr val="C1DCC3"/>
    <a:srgbClr val="E1D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8D7BCE-05D5-4F2B-AB97-B8FB3766E2FF}" v="5" dt="2021-08-23T12:15:00.319"/>
  </p1510:revLst>
</p1510:revInfo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18" autoAdjust="0"/>
    <p:restoredTop sz="78356" autoAdjust="0"/>
  </p:normalViewPr>
  <p:slideViewPr>
    <p:cSldViewPr snapToGrid="0" snapToObjects="1">
      <p:cViewPr varScale="1">
        <p:scale>
          <a:sx n="108" d="100"/>
          <a:sy n="108" d="100"/>
        </p:scale>
        <p:origin x="2704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31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R. Kelley" userId="1a03773c-05ca-4ad0-9237-9fb9dbc6efe1" providerId="ADAL" clId="{97F5CFB4-76F8-48D0-A14A-4321C3A15841}"/>
    <pc:docChg chg="custSel addSld delSld modSld">
      <pc:chgData name="Robert R. Kelley" userId="1a03773c-05ca-4ad0-9237-9fb9dbc6efe1" providerId="ADAL" clId="{97F5CFB4-76F8-48D0-A14A-4321C3A15841}" dt="2020-06-30T14:20:01.560" v="303"/>
      <pc:docMkLst>
        <pc:docMk/>
      </pc:docMkLst>
      <pc:sldChg chg="del">
        <pc:chgData name="Robert R. Kelley" userId="1a03773c-05ca-4ad0-9237-9fb9dbc6efe1" providerId="ADAL" clId="{97F5CFB4-76F8-48D0-A14A-4321C3A15841}" dt="2020-06-30T14:13:23.893" v="2" actId="47"/>
        <pc:sldMkLst>
          <pc:docMk/>
          <pc:sldMk cId="1456050874" sldId="259"/>
        </pc:sldMkLst>
      </pc:sldChg>
      <pc:sldChg chg="del">
        <pc:chgData name="Robert R. Kelley" userId="1a03773c-05ca-4ad0-9237-9fb9dbc6efe1" providerId="ADAL" clId="{97F5CFB4-76F8-48D0-A14A-4321C3A15841}" dt="2020-06-30T14:13:25.346" v="3" actId="47"/>
        <pc:sldMkLst>
          <pc:docMk/>
          <pc:sldMk cId="3022907350" sldId="287"/>
        </pc:sldMkLst>
      </pc:sldChg>
      <pc:sldChg chg="modSp mod">
        <pc:chgData name="Robert R. Kelley" userId="1a03773c-05ca-4ad0-9237-9fb9dbc6efe1" providerId="ADAL" clId="{97F5CFB4-76F8-48D0-A14A-4321C3A15841}" dt="2020-06-30T14:13:48.476" v="12" actId="27636"/>
        <pc:sldMkLst>
          <pc:docMk/>
          <pc:sldMk cId="1478380602" sldId="290"/>
        </pc:sldMkLst>
        <pc:spChg chg="mod">
          <ac:chgData name="Robert R. Kelley" userId="1a03773c-05ca-4ad0-9237-9fb9dbc6efe1" providerId="ADAL" clId="{97F5CFB4-76F8-48D0-A14A-4321C3A15841}" dt="2020-06-30T14:13:48.476" v="12" actId="27636"/>
          <ac:spMkLst>
            <pc:docMk/>
            <pc:sldMk cId="1478380602" sldId="290"/>
            <ac:spMk id="2" creationId="{F38B8CD3-A0DF-40E8-B61F-1F709930E8B5}"/>
          </ac:spMkLst>
        </pc:spChg>
      </pc:sldChg>
      <pc:sldChg chg="modSp mod">
        <pc:chgData name="Robert R. Kelley" userId="1a03773c-05ca-4ad0-9237-9fb9dbc6efe1" providerId="ADAL" clId="{97F5CFB4-76F8-48D0-A14A-4321C3A15841}" dt="2020-06-30T14:12:44.056" v="0" actId="404"/>
        <pc:sldMkLst>
          <pc:docMk/>
          <pc:sldMk cId="460843581" sldId="303"/>
        </pc:sldMkLst>
        <pc:spChg chg="mod">
          <ac:chgData name="Robert R. Kelley" userId="1a03773c-05ca-4ad0-9237-9fb9dbc6efe1" providerId="ADAL" clId="{97F5CFB4-76F8-48D0-A14A-4321C3A15841}" dt="2020-06-30T14:12:44.056" v="0" actId="404"/>
          <ac:spMkLst>
            <pc:docMk/>
            <pc:sldMk cId="460843581" sldId="303"/>
            <ac:spMk id="2" creationId="{6DA4835C-5908-40D7-BC0C-756DB5DA1F67}"/>
          </ac:spMkLst>
        </pc:spChg>
      </pc:sldChg>
      <pc:sldChg chg="addSp delSp modSp mod delAnim modAnim">
        <pc:chgData name="Robert R. Kelley" userId="1a03773c-05ca-4ad0-9237-9fb9dbc6efe1" providerId="ADAL" clId="{97F5CFB4-76F8-48D0-A14A-4321C3A15841}" dt="2020-06-30T14:15:26.614" v="302" actId="20577"/>
        <pc:sldMkLst>
          <pc:docMk/>
          <pc:sldMk cId="2706716923" sldId="309"/>
        </pc:sldMkLst>
        <pc:spChg chg="mod">
          <ac:chgData name="Robert R. Kelley" userId="1a03773c-05ca-4ad0-9237-9fb9dbc6efe1" providerId="ADAL" clId="{97F5CFB4-76F8-48D0-A14A-4321C3A15841}" dt="2020-06-30T14:14:12.749" v="117" actId="403"/>
          <ac:spMkLst>
            <pc:docMk/>
            <pc:sldMk cId="2706716923" sldId="309"/>
            <ac:spMk id="4" creationId="{F4944810-9294-439F-97C0-64D4B997649E}"/>
          </ac:spMkLst>
        </pc:spChg>
        <pc:spChg chg="del">
          <ac:chgData name="Robert R. Kelley" userId="1a03773c-05ca-4ad0-9237-9fb9dbc6efe1" providerId="ADAL" clId="{97F5CFB4-76F8-48D0-A14A-4321C3A15841}" dt="2020-06-30T14:13:30.452" v="4" actId="478"/>
          <ac:spMkLst>
            <pc:docMk/>
            <pc:sldMk cId="2706716923" sldId="309"/>
            <ac:spMk id="7" creationId="{6FFAFF85-960C-4B84-A4E3-287C268AFE60}"/>
          </ac:spMkLst>
        </pc:spChg>
        <pc:spChg chg="del">
          <ac:chgData name="Robert R. Kelley" userId="1a03773c-05ca-4ad0-9237-9fb9dbc6efe1" providerId="ADAL" clId="{97F5CFB4-76F8-48D0-A14A-4321C3A15841}" dt="2020-06-30T14:13:35.725" v="8" actId="478"/>
          <ac:spMkLst>
            <pc:docMk/>
            <pc:sldMk cId="2706716923" sldId="309"/>
            <ac:spMk id="8" creationId="{E6766777-508D-43CB-BD05-9B21CDDDC686}"/>
          </ac:spMkLst>
        </pc:spChg>
        <pc:spChg chg="del">
          <ac:chgData name="Robert R. Kelley" userId="1a03773c-05ca-4ad0-9237-9fb9dbc6efe1" providerId="ADAL" clId="{97F5CFB4-76F8-48D0-A14A-4321C3A15841}" dt="2020-06-30T14:13:36.803" v="9" actId="478"/>
          <ac:spMkLst>
            <pc:docMk/>
            <pc:sldMk cId="2706716923" sldId="309"/>
            <ac:spMk id="9" creationId="{6073091C-BF88-4A7F-9CBB-9758833AA4FD}"/>
          </ac:spMkLst>
        </pc:spChg>
        <pc:spChg chg="del">
          <ac:chgData name="Robert R. Kelley" userId="1a03773c-05ca-4ad0-9237-9fb9dbc6efe1" providerId="ADAL" clId="{97F5CFB4-76F8-48D0-A14A-4321C3A15841}" dt="2020-06-30T14:13:34.108" v="7" actId="478"/>
          <ac:spMkLst>
            <pc:docMk/>
            <pc:sldMk cId="2706716923" sldId="309"/>
            <ac:spMk id="10" creationId="{34621C7E-74F1-4AD6-BBE7-1E3A3DE7BA8D}"/>
          </ac:spMkLst>
        </pc:spChg>
        <pc:spChg chg="del">
          <ac:chgData name="Robert R. Kelley" userId="1a03773c-05ca-4ad0-9237-9fb9dbc6efe1" providerId="ADAL" clId="{97F5CFB4-76F8-48D0-A14A-4321C3A15841}" dt="2020-06-30T14:13:32.677" v="6" actId="478"/>
          <ac:spMkLst>
            <pc:docMk/>
            <pc:sldMk cId="2706716923" sldId="309"/>
            <ac:spMk id="11" creationId="{AEFFCC20-05F9-49D8-96B1-37B7D3B88EFC}"/>
          </ac:spMkLst>
        </pc:spChg>
        <pc:spChg chg="add mod">
          <ac:chgData name="Robert R. Kelley" userId="1a03773c-05ca-4ad0-9237-9fb9dbc6efe1" providerId="ADAL" clId="{97F5CFB4-76F8-48D0-A14A-4321C3A15841}" dt="2020-06-30T14:15:26.614" v="302" actId="20577"/>
          <ac:spMkLst>
            <pc:docMk/>
            <pc:sldMk cId="2706716923" sldId="309"/>
            <ac:spMk id="12" creationId="{6060427C-DCB7-4FE0-B611-84F84EF6512F}"/>
          </ac:spMkLst>
        </pc:spChg>
        <pc:cxnChg chg="del">
          <ac:chgData name="Robert R. Kelley" userId="1a03773c-05ca-4ad0-9237-9fb9dbc6efe1" providerId="ADAL" clId="{97F5CFB4-76F8-48D0-A14A-4321C3A15841}" dt="2020-06-30T14:13:31.674" v="5" actId="478"/>
          <ac:cxnSpMkLst>
            <pc:docMk/>
            <pc:sldMk cId="2706716923" sldId="309"/>
            <ac:cxnSpMk id="13" creationId="{9C66F102-5141-4E2F-A6F4-DAD6408FE04E}"/>
          </ac:cxnSpMkLst>
        </pc:cxnChg>
      </pc:sldChg>
      <pc:sldChg chg="del">
        <pc:chgData name="Robert R. Kelley" userId="1a03773c-05ca-4ad0-9237-9fb9dbc6efe1" providerId="ADAL" clId="{97F5CFB4-76F8-48D0-A14A-4321C3A15841}" dt="2020-06-30T14:13:21.979" v="1" actId="47"/>
        <pc:sldMkLst>
          <pc:docMk/>
          <pc:sldMk cId="405969529" sldId="314"/>
        </pc:sldMkLst>
      </pc:sldChg>
      <pc:sldChg chg="add">
        <pc:chgData name="Robert R. Kelley" userId="1a03773c-05ca-4ad0-9237-9fb9dbc6efe1" providerId="ADAL" clId="{97F5CFB4-76F8-48D0-A14A-4321C3A15841}" dt="2020-06-30T14:20:01.560" v="303"/>
        <pc:sldMkLst>
          <pc:docMk/>
          <pc:sldMk cId="2688620584" sldId="330"/>
        </pc:sldMkLst>
      </pc:sldChg>
    </pc:docChg>
  </pc:docChgLst>
  <pc:docChgLst>
    <pc:chgData name="Robert R. Kelley" userId="1a03773c-05ca-4ad0-9237-9fb9dbc6efe1" providerId="ADAL" clId="{79D7DA92-147E-4E2D-8368-B3E48F13228A}"/>
    <pc:docChg chg="modSld">
      <pc:chgData name="Robert R. Kelley" userId="1a03773c-05ca-4ad0-9237-9fb9dbc6efe1" providerId="ADAL" clId="{79D7DA92-147E-4E2D-8368-B3E48F13228A}" dt="2020-08-20T13:47:58.046" v="2"/>
      <pc:docMkLst>
        <pc:docMk/>
      </pc:docMkLst>
      <pc:sldChg chg="addSp modSp modAnim">
        <pc:chgData name="Robert R. Kelley" userId="1a03773c-05ca-4ad0-9237-9fb9dbc6efe1" providerId="ADAL" clId="{79D7DA92-147E-4E2D-8368-B3E48F13228A}" dt="2020-08-20T13:47:58.046" v="2"/>
        <pc:sldMkLst>
          <pc:docMk/>
          <pc:sldMk cId="4287113411" sldId="293"/>
        </pc:sldMkLst>
        <pc:spChg chg="mod">
          <ac:chgData name="Robert R. Kelley" userId="1a03773c-05ca-4ad0-9237-9fb9dbc6efe1" providerId="ADAL" clId="{79D7DA92-147E-4E2D-8368-B3E48F13228A}" dt="2020-08-20T13:47:55.632" v="1" actId="164"/>
          <ac:spMkLst>
            <pc:docMk/>
            <pc:sldMk cId="4287113411" sldId="293"/>
            <ac:spMk id="11" creationId="{7FFB80E7-8863-4C38-B68A-94242668399E}"/>
          </ac:spMkLst>
        </pc:spChg>
        <pc:grpChg chg="add mod">
          <ac:chgData name="Robert R. Kelley" userId="1a03773c-05ca-4ad0-9237-9fb9dbc6efe1" providerId="ADAL" clId="{79D7DA92-147E-4E2D-8368-B3E48F13228A}" dt="2020-08-20T13:47:55.632" v="1" actId="164"/>
          <ac:grpSpMkLst>
            <pc:docMk/>
            <pc:sldMk cId="4287113411" sldId="293"/>
            <ac:grpSpMk id="4" creationId="{A15562B2-AA2A-4C03-8ABD-8D12127418F7}"/>
          </ac:grpSpMkLst>
        </pc:grpChg>
        <pc:picChg chg="mod">
          <ac:chgData name="Robert R. Kelley" userId="1a03773c-05ca-4ad0-9237-9fb9dbc6efe1" providerId="ADAL" clId="{79D7DA92-147E-4E2D-8368-B3E48F13228A}" dt="2020-08-20T13:47:55.632" v="1" actId="164"/>
          <ac:picMkLst>
            <pc:docMk/>
            <pc:sldMk cId="4287113411" sldId="293"/>
            <ac:picMk id="9" creationId="{97CAA201-C1B2-44F7-B45A-627676596EE1}"/>
          </ac:picMkLst>
        </pc:picChg>
      </pc:sldChg>
    </pc:docChg>
  </pc:docChgLst>
  <pc:docChgLst>
    <pc:chgData name="Robert R. Kelley" userId="1a03773c-05ca-4ad0-9237-9fb9dbc6efe1" providerId="ADAL" clId="{D09799F2-6A86-4C9B-A7A4-F4A158125AC0}"/>
    <pc:docChg chg="modSld">
      <pc:chgData name="Robert R. Kelley" userId="1a03773c-05ca-4ad0-9237-9fb9dbc6efe1" providerId="ADAL" clId="{D09799F2-6A86-4C9B-A7A4-F4A158125AC0}" dt="2020-12-08T21:44:36.792" v="0"/>
      <pc:docMkLst>
        <pc:docMk/>
      </pc:docMkLst>
      <pc:sldChg chg="modSp">
        <pc:chgData name="Robert R. Kelley" userId="1a03773c-05ca-4ad0-9237-9fb9dbc6efe1" providerId="ADAL" clId="{D09799F2-6A86-4C9B-A7A4-F4A158125AC0}" dt="2020-12-08T21:44:36.792" v="0"/>
        <pc:sldMkLst>
          <pc:docMk/>
          <pc:sldMk cId="698810024" sldId="312"/>
        </pc:sldMkLst>
        <pc:spChg chg="mod">
          <ac:chgData name="Robert R. Kelley" userId="1a03773c-05ca-4ad0-9237-9fb9dbc6efe1" providerId="ADAL" clId="{D09799F2-6A86-4C9B-A7A4-F4A158125AC0}" dt="2020-12-08T21:44:36.792" v="0"/>
          <ac:spMkLst>
            <pc:docMk/>
            <pc:sldMk cId="698810024" sldId="312"/>
            <ac:spMk id="8" creationId="{50FCD324-0811-4988-A70A-F4C1A9D9F169}"/>
          </ac:spMkLst>
        </pc:spChg>
      </pc:sldChg>
    </pc:docChg>
  </pc:docChgLst>
  <pc:docChgLst>
    <pc:chgData name="Robert R. Kelley" userId="1a03773c-05ca-4ad0-9237-9fb9dbc6efe1" providerId="ADAL" clId="{FD8D7BCE-05D5-4F2B-AB97-B8FB3766E2FF}"/>
    <pc:docChg chg="custSel addSld modSld">
      <pc:chgData name="Robert R. Kelley" userId="1a03773c-05ca-4ad0-9237-9fb9dbc6efe1" providerId="ADAL" clId="{FD8D7BCE-05D5-4F2B-AB97-B8FB3766E2FF}" dt="2021-08-27T14:18:54.161" v="59" actId="1076"/>
      <pc:docMkLst>
        <pc:docMk/>
      </pc:docMkLst>
      <pc:sldChg chg="modSp">
        <pc:chgData name="Robert R. Kelley" userId="1a03773c-05ca-4ad0-9237-9fb9dbc6efe1" providerId="ADAL" clId="{FD8D7BCE-05D5-4F2B-AB97-B8FB3766E2FF}" dt="2021-08-23T12:15:00.318" v="4" actId="207"/>
        <pc:sldMkLst>
          <pc:docMk/>
          <pc:sldMk cId="643801593" sldId="299"/>
        </pc:sldMkLst>
        <pc:spChg chg="mod">
          <ac:chgData name="Robert R. Kelley" userId="1a03773c-05ca-4ad0-9237-9fb9dbc6efe1" providerId="ADAL" clId="{FD8D7BCE-05D5-4F2B-AB97-B8FB3766E2FF}" dt="2021-08-23T12:14:39.405" v="0" actId="207"/>
          <ac:spMkLst>
            <pc:docMk/>
            <pc:sldMk cId="643801593" sldId="299"/>
            <ac:spMk id="7" creationId="{DD49C5AF-519D-4889-9965-F2D596455312}"/>
          </ac:spMkLst>
        </pc:spChg>
        <pc:spChg chg="mod">
          <ac:chgData name="Robert R. Kelley" userId="1a03773c-05ca-4ad0-9237-9fb9dbc6efe1" providerId="ADAL" clId="{FD8D7BCE-05D5-4F2B-AB97-B8FB3766E2FF}" dt="2021-08-23T12:14:43.460" v="1" actId="207"/>
          <ac:spMkLst>
            <pc:docMk/>
            <pc:sldMk cId="643801593" sldId="299"/>
            <ac:spMk id="8" creationId="{B38CF94C-5B91-4045-B9FA-EA3FB648B3D2}"/>
          </ac:spMkLst>
        </pc:spChg>
        <pc:spChg chg="mod">
          <ac:chgData name="Robert R. Kelley" userId="1a03773c-05ca-4ad0-9237-9fb9dbc6efe1" providerId="ADAL" clId="{FD8D7BCE-05D5-4F2B-AB97-B8FB3766E2FF}" dt="2021-08-23T12:14:47.494" v="2" actId="207"/>
          <ac:spMkLst>
            <pc:docMk/>
            <pc:sldMk cId="643801593" sldId="299"/>
            <ac:spMk id="9" creationId="{2442506A-F748-4A2F-A795-4F0DCAE32F8F}"/>
          </ac:spMkLst>
        </pc:spChg>
        <pc:spChg chg="mod">
          <ac:chgData name="Robert R. Kelley" userId="1a03773c-05ca-4ad0-9237-9fb9dbc6efe1" providerId="ADAL" clId="{FD8D7BCE-05D5-4F2B-AB97-B8FB3766E2FF}" dt="2021-08-23T12:15:00.318" v="4" actId="207"/>
          <ac:spMkLst>
            <pc:docMk/>
            <pc:sldMk cId="643801593" sldId="299"/>
            <ac:spMk id="10" creationId="{8749FAD2-2637-492E-81E2-46B4CBB2602F}"/>
          </ac:spMkLst>
        </pc:spChg>
        <pc:spChg chg="mod">
          <ac:chgData name="Robert R. Kelley" userId="1a03773c-05ca-4ad0-9237-9fb9dbc6efe1" providerId="ADAL" clId="{FD8D7BCE-05D5-4F2B-AB97-B8FB3766E2FF}" dt="2021-08-23T12:14:51.768" v="3" actId="207"/>
          <ac:spMkLst>
            <pc:docMk/>
            <pc:sldMk cId="643801593" sldId="299"/>
            <ac:spMk id="11" creationId="{FECB3943-6FAB-46A1-9D7F-899D34C1270E}"/>
          </ac:spMkLst>
        </pc:spChg>
      </pc:sldChg>
      <pc:sldChg chg="delSp modSp mod delAnim">
        <pc:chgData name="Robert R. Kelley" userId="1a03773c-05ca-4ad0-9237-9fb9dbc6efe1" providerId="ADAL" clId="{FD8D7BCE-05D5-4F2B-AB97-B8FB3766E2FF}" dt="2021-08-27T14:18:54.161" v="59" actId="1076"/>
        <pc:sldMkLst>
          <pc:docMk/>
          <pc:sldMk cId="698810024" sldId="312"/>
        </pc:sldMkLst>
        <pc:spChg chg="mod">
          <ac:chgData name="Robert R. Kelley" userId="1a03773c-05ca-4ad0-9237-9fb9dbc6efe1" providerId="ADAL" clId="{FD8D7BCE-05D5-4F2B-AB97-B8FB3766E2FF}" dt="2021-08-27T14:18:54.161" v="59" actId="1076"/>
          <ac:spMkLst>
            <pc:docMk/>
            <pc:sldMk cId="698810024" sldId="312"/>
            <ac:spMk id="4" creationId="{3FA3BBB7-D9E9-437B-9D25-E0248BFB6B7B}"/>
          </ac:spMkLst>
        </pc:spChg>
        <pc:spChg chg="del">
          <ac:chgData name="Robert R. Kelley" userId="1a03773c-05ca-4ad0-9237-9fb9dbc6efe1" providerId="ADAL" clId="{FD8D7BCE-05D5-4F2B-AB97-B8FB3766E2FF}" dt="2021-08-27T14:18:48.450" v="57" actId="478"/>
          <ac:spMkLst>
            <pc:docMk/>
            <pc:sldMk cId="698810024" sldId="312"/>
            <ac:spMk id="8" creationId="{50FCD324-0811-4988-A70A-F4C1A9D9F169}"/>
          </ac:spMkLst>
        </pc:spChg>
        <pc:spChg chg="mod">
          <ac:chgData name="Robert R. Kelley" userId="1a03773c-05ca-4ad0-9237-9fb9dbc6efe1" providerId="ADAL" clId="{FD8D7BCE-05D5-4F2B-AB97-B8FB3766E2FF}" dt="2021-08-27T14:18:50.929" v="58" actId="1076"/>
          <ac:spMkLst>
            <pc:docMk/>
            <pc:sldMk cId="698810024" sldId="312"/>
            <ac:spMk id="9" creationId="{149496B2-3A65-4843-98D3-4EA1C073C813}"/>
          </ac:spMkLst>
        </pc:spChg>
      </pc:sldChg>
      <pc:sldChg chg="addSp delSp modSp new mod modClrScheme chgLayout">
        <pc:chgData name="Robert R. Kelley" userId="1a03773c-05ca-4ad0-9237-9fb9dbc6efe1" providerId="ADAL" clId="{FD8D7BCE-05D5-4F2B-AB97-B8FB3766E2FF}" dt="2021-08-23T12:16:58.942" v="56" actId="20577"/>
        <pc:sldMkLst>
          <pc:docMk/>
          <pc:sldMk cId="1812574121" sldId="331"/>
        </pc:sldMkLst>
        <pc:spChg chg="del mod ord">
          <ac:chgData name="Robert R. Kelley" userId="1a03773c-05ca-4ad0-9237-9fb9dbc6efe1" providerId="ADAL" clId="{FD8D7BCE-05D5-4F2B-AB97-B8FB3766E2FF}" dt="2021-08-23T12:16:36.679" v="6" actId="700"/>
          <ac:spMkLst>
            <pc:docMk/>
            <pc:sldMk cId="1812574121" sldId="331"/>
            <ac:spMk id="2" creationId="{6E20D207-4219-4FC6-89F9-7689C48DB190}"/>
          </ac:spMkLst>
        </pc:spChg>
        <pc:spChg chg="mod ord">
          <ac:chgData name="Robert R. Kelley" userId="1a03773c-05ca-4ad0-9237-9fb9dbc6efe1" providerId="ADAL" clId="{FD8D7BCE-05D5-4F2B-AB97-B8FB3766E2FF}" dt="2021-08-23T12:16:36.679" v="6" actId="700"/>
          <ac:spMkLst>
            <pc:docMk/>
            <pc:sldMk cId="1812574121" sldId="331"/>
            <ac:spMk id="3" creationId="{65A3D3D7-0E31-4A2B-9FDF-C4A7F1A95534}"/>
          </ac:spMkLst>
        </pc:spChg>
        <pc:spChg chg="add mod ord">
          <ac:chgData name="Robert R. Kelley" userId="1a03773c-05ca-4ad0-9237-9fb9dbc6efe1" providerId="ADAL" clId="{FD8D7BCE-05D5-4F2B-AB97-B8FB3766E2FF}" dt="2021-08-23T12:16:58.942" v="56" actId="20577"/>
          <ac:spMkLst>
            <pc:docMk/>
            <pc:sldMk cId="1812574121" sldId="331"/>
            <ac:spMk id="4" creationId="{6D6B5633-2737-49A5-A371-42390E987617}"/>
          </ac:spMkLst>
        </pc:spChg>
        <pc:spChg chg="add mod ord">
          <ac:chgData name="Robert R. Kelley" userId="1a03773c-05ca-4ad0-9237-9fb9dbc6efe1" providerId="ADAL" clId="{FD8D7BCE-05D5-4F2B-AB97-B8FB3766E2FF}" dt="2021-08-23T12:16:36.679" v="6" actId="700"/>
          <ac:spMkLst>
            <pc:docMk/>
            <pc:sldMk cId="1812574121" sldId="331"/>
            <ac:spMk id="5" creationId="{DC38EB22-3C1B-4DAE-AD35-2DCD62A7FB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5E2FB-B408-1942-8FFF-7EAECFF28AF8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39670-D5FE-6D40-9EA5-78493D762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4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9670-D5FE-6D40-9EA5-78493D762A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1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69F0A-8259-4434-9485-F3153A1576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56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69F0A-8259-4434-9485-F3153A1576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73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69F0A-8259-4434-9485-F3153A1576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31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assignments and 4 quizzes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69F0A-8259-4434-9485-F3153A1576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08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69F0A-8259-4434-9485-F3153A1576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47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69F0A-8259-4434-9485-F3153A1576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36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9670-D5FE-6D40-9EA5-78493D762A0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26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952D2E1C-9D8B-0742-97BF-51545C9702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6965883" y="-1"/>
            <a:ext cx="5226117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D0F5F-20E4-C1B5-6EFC-4DA8E214746E}"/>
              </a:ext>
            </a:extLst>
          </p:cNvPr>
          <p:cNvSpPr txBox="1"/>
          <p:nvPr userDrawn="1"/>
        </p:nvSpPr>
        <p:spPr>
          <a:xfrm>
            <a:off x="546538" y="1156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4A508A-33C7-994D-BCAC-C5DC6360E506}"/>
              </a:ext>
            </a:extLst>
          </p:cNvPr>
          <p:cNvSpPr txBox="1"/>
          <p:nvPr userDrawn="1"/>
        </p:nvSpPr>
        <p:spPr>
          <a:xfrm>
            <a:off x="2207172" y="10510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53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A6BC8CC4-EE74-3645-88EF-C41CBB35D5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6965883" y="-1"/>
            <a:ext cx="522611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1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5C75-2456-E24C-A74E-E3F68183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908F-63CC-1B4E-947D-0F735476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3A58-FFD8-4940-A7F0-8B2B57C9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6D3E-6D5E-D349-938B-E0B3301A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B6C36-FD1B-BE4B-974D-B33D0A7B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7037" y="6428271"/>
            <a:ext cx="2743200" cy="365125"/>
          </a:xfrm>
        </p:spPr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1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D9A-4C4D-C04D-B628-4D6821CF9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D619-9256-5342-BA68-AA592831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52CD-DA0F-E044-884E-A857BA13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41647-D227-6B41-9AD6-182E7AE9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949C515-2A63-E847-9DAB-A5268D8463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6965883" y="-1"/>
            <a:ext cx="522611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8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55F1-41C9-F741-ABCA-148F72F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B0D0-CB2A-5B49-AFAE-C401DC85D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FA190-6116-CE4E-880A-2A5FD5E9F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325-B878-6048-96EA-AD37D914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94E63-81BD-D34E-9FB6-590D87A2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2F3FA-6596-F141-A53F-FDEC5D0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38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86C4-8A82-2E47-BA0A-3B4FD275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AD30-26CB-894D-B249-16631B50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37DF-FCA3-9345-8F1B-3B2DEECC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A7F32-108C-0147-BF1C-151D18579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A79B9-C154-E741-8BC5-8B95F0D25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A23CC-9985-5B43-B4F5-7A65FBBB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89551-72F1-6A40-B02D-98C9990F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ACEE8-777A-5940-9519-1D826BCA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3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0DEB-C558-DB4D-9DBB-60DA77C0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75B9-E07E-614C-9F6C-7943A325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6482A-9624-104B-AFF8-5DE4012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B9DE2-8332-1E4D-806B-6DDB7838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B8F8C4-05A7-DC4E-8BB7-4202EC4ACB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2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0AD24-3C30-D545-822F-3EF5F7FE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1DBBA-BE87-D441-B84D-D8F2DAF1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A5FB-A616-8D45-9939-E7B33461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70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ADA5-6E94-DB46-948A-CE55B225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03E3-1AEE-0E46-A78B-8B092563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0A59D-5684-1941-8033-29499AF5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289D9-B751-654C-8849-B701A52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2888-A517-7A40-9678-F86659C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6589-428D-8542-B91B-AA693B1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6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A8F6-F979-A948-9E97-51A38426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C9482-4942-9A42-9B6B-9A6D0C3F5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D93E-E334-794F-AAA4-ED2738BD9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F737-FC71-3D41-A122-65FFC918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7691-9973-4B46-AE83-6A5F333C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9189-E24D-B94A-A884-A8AF80D2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04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9EF-4096-1A49-9AD4-0655F12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2AF70-1E65-534B-9153-913A0A9E4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ECE82-C65F-6B43-ABA4-3EB66445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9C77-D8D0-FB43-910C-1F49030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FDC7-F78C-EE40-982D-9189AE7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03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05413-85D9-A548-83D7-268A900CC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33B9-EFDB-514F-8EDA-0D81C8C4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C90F-E680-5346-AB4F-97427157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2FA6-882C-6645-8A51-A07C0F71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020B82F-FA8E-2536-E81E-DE33D9088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2090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5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 noGrp="1"/>
          </p:cNvSpPr>
          <p:nvPr>
            <p:ph type="title"/>
          </p:nvPr>
        </p:nvSpPr>
        <p:spPr>
          <a:xfrm>
            <a:off x="609600" y="215371"/>
            <a:ext cx="109728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26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5600" marR="0" lvl="0" indent="-255600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2278063"/>
            <a:ext cx="10972800" cy="558800"/>
          </a:xfrm>
        </p:spPr>
        <p:txBody>
          <a:bodyPr/>
          <a:lstStyle>
            <a:lvl1pPr indent="-255600">
              <a:defRPr/>
            </a:lvl1pPr>
            <a:lvl2pPr indent="-283464"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609601" y="2954338"/>
            <a:ext cx="10977033" cy="609600"/>
          </a:xfrm>
        </p:spPr>
        <p:txBody>
          <a:bodyPr/>
          <a:lstStyle>
            <a:lvl1pPr indent="-255600">
              <a:defRPr/>
            </a:lvl1pPr>
            <a:lvl2pPr indent="-283464"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5"/>
          </p:nvPr>
        </p:nvSpPr>
        <p:spPr>
          <a:xfrm>
            <a:off x="609600" y="3733801"/>
            <a:ext cx="10972800" cy="550863"/>
          </a:xfrm>
        </p:spPr>
        <p:txBody>
          <a:bodyPr/>
          <a:lstStyle>
            <a:lvl1pPr marL="255588" indent="-255588">
              <a:defRPr/>
            </a:lvl1pPr>
            <a:lvl2pPr indent="-283464"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609600" y="4427538"/>
            <a:ext cx="10972800" cy="652462"/>
          </a:xfrm>
        </p:spPr>
        <p:txBody>
          <a:bodyPr/>
          <a:lstStyle>
            <a:lvl1pPr marL="255588" indent="-255588">
              <a:defRPr/>
            </a:lvl1pPr>
            <a:lvl2pPr indent="-283464"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09600" y="5181601"/>
            <a:ext cx="10972800" cy="500063"/>
          </a:xfrm>
        </p:spPr>
        <p:txBody>
          <a:bodyPr/>
          <a:lstStyle>
            <a:lvl1pPr marL="255588" indent="-255588">
              <a:defRPr/>
            </a:lvl1pPr>
            <a:lvl2pPr indent="-283464"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>
          <a:xfrm>
            <a:off x="609600" y="5811838"/>
            <a:ext cx="10972800" cy="457200"/>
          </a:xfrm>
        </p:spPr>
        <p:txBody>
          <a:bodyPr/>
          <a:lstStyle>
            <a:lvl2pPr indent="-283464"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9"/>
          </p:nvPr>
        </p:nvSpPr>
        <p:spPr>
          <a:xfrm>
            <a:off x="4876801" y="6418263"/>
            <a:ext cx="639779" cy="2984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0"/>
          </p:nvPr>
        </p:nvSpPr>
        <p:spPr>
          <a:xfrm>
            <a:off x="7338485" y="6418263"/>
            <a:ext cx="604423" cy="29845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1"/>
          </p:nvPr>
        </p:nvSpPr>
        <p:spPr>
          <a:xfrm>
            <a:off x="9601201" y="6418263"/>
            <a:ext cx="768036" cy="29845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2"/>
          </p:nvPr>
        </p:nvSpPr>
        <p:spPr>
          <a:xfrm flipH="1">
            <a:off x="10634802" y="6418263"/>
            <a:ext cx="1038132" cy="29845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1826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609600" y="215371"/>
            <a:ext cx="109728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21637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2560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283464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2286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397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397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397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397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  <a:p>
            <a:pPr lvl="1"/>
            <a:endParaRPr lang="en-US" dirty="0"/>
          </a:p>
          <a:p>
            <a:pPr lvl="2"/>
            <a:endParaRPr dirty="0"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09600" y="3962401"/>
            <a:ext cx="10972800" cy="21637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2560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283464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2286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397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397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397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397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  <a:p>
            <a:pPr lvl="1"/>
            <a:endParaRPr lang="en-US" dirty="0"/>
          </a:p>
          <a:p>
            <a:pPr lvl="2"/>
            <a:endParaRPr dirty="0"/>
          </a:p>
        </p:txBody>
      </p:sp>
      <p:sp>
        <p:nvSpPr>
          <p:cNvPr id="34" name="Shape 34"/>
          <p:cNvSpPr txBox="1">
            <a:spLocks noGrp="1"/>
          </p:cNvSpPr>
          <p:nvPr>
            <p:ph type="ftr" idx="11"/>
          </p:nvPr>
        </p:nvSpPr>
        <p:spPr>
          <a:xfrm>
            <a:off x="125293" y="6172200"/>
            <a:ext cx="1146047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8447617" y="113071"/>
            <a:ext cx="28447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11292415" y="113071"/>
            <a:ext cx="735711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buSzPct val="25000"/>
            </a:pPr>
            <a:fld id="{00000000-1234-1234-1234-123412341234}" type="slidenum">
              <a:rPr lang="en-US" smtClean="0">
                <a:solidFill>
                  <a:schemeClr val="lt1"/>
                </a:solidFill>
                <a:ea typeface="Arial"/>
                <a:cs typeface="Arial"/>
                <a:sym typeface="Arial"/>
              </a:rPr>
              <a:pPr>
                <a:buSzPct val="25000"/>
              </a:pPr>
              <a:t>‹#›</a:t>
            </a:fld>
            <a:endParaRPr lang="en-US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7606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5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 noGrp="1"/>
          </p:cNvSpPr>
          <p:nvPr>
            <p:ph type="title"/>
          </p:nvPr>
        </p:nvSpPr>
        <p:spPr>
          <a:xfrm>
            <a:off x="609600" y="215371"/>
            <a:ext cx="109728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26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5600" marR="0" lvl="0" indent="-255600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2278063"/>
            <a:ext cx="10972800" cy="558800"/>
          </a:xfrm>
        </p:spPr>
        <p:txBody>
          <a:bodyPr/>
          <a:lstStyle>
            <a:lvl1pPr indent="-255600">
              <a:defRPr/>
            </a:lvl1pPr>
            <a:lvl2pPr indent="-283464"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609601" y="2954338"/>
            <a:ext cx="10977033" cy="609600"/>
          </a:xfrm>
        </p:spPr>
        <p:txBody>
          <a:bodyPr/>
          <a:lstStyle>
            <a:lvl1pPr indent="-255600">
              <a:defRPr/>
            </a:lvl1pPr>
            <a:lvl2pPr indent="-283464"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5"/>
          </p:nvPr>
        </p:nvSpPr>
        <p:spPr>
          <a:xfrm>
            <a:off x="609600" y="3733801"/>
            <a:ext cx="10972800" cy="550863"/>
          </a:xfrm>
        </p:spPr>
        <p:txBody>
          <a:bodyPr/>
          <a:lstStyle>
            <a:lvl1pPr marL="255588" indent="-255588">
              <a:defRPr/>
            </a:lvl1pPr>
            <a:lvl2pPr indent="-283464"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6"/>
          </p:nvPr>
        </p:nvSpPr>
        <p:spPr>
          <a:xfrm>
            <a:off x="609600" y="4427538"/>
            <a:ext cx="10972800" cy="652462"/>
          </a:xfrm>
        </p:spPr>
        <p:txBody>
          <a:bodyPr/>
          <a:lstStyle>
            <a:lvl1pPr marL="255588" indent="-255588">
              <a:defRPr/>
            </a:lvl1pPr>
            <a:lvl2pPr indent="-283464"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09600" y="5181601"/>
            <a:ext cx="10972800" cy="500063"/>
          </a:xfrm>
        </p:spPr>
        <p:txBody>
          <a:bodyPr/>
          <a:lstStyle>
            <a:lvl1pPr marL="255588" indent="-255588">
              <a:defRPr/>
            </a:lvl1pPr>
            <a:lvl2pPr indent="-283464"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6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9A89C3-E6FA-684D-8BAE-1760B34F554E}"/>
              </a:ext>
            </a:extLst>
          </p:cNvPr>
          <p:cNvSpPr/>
          <p:nvPr userDrawn="1"/>
        </p:nvSpPr>
        <p:spPr>
          <a:xfrm>
            <a:off x="0" y="1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350" dirty="0"/>
              <a:t>Computer Prog for Liberal Arts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1C330-0F02-8249-82EC-9F3A278C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E27E-2040-824D-B637-1C07F3E0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629B-BAF4-A343-8BF1-1572AB380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F82B-A72E-B848-BB19-0207CDE46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82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20FE-B066-7C49-9BDF-AF56CC193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9B8F8C4-05A7-DC4E-8BB7-4202EC4ACB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6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sldNum="0"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hyperlink" Target="https://www.anaconda.com/products/individual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anaconda.com/download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0DA4-D291-4B42-B1AF-848E941EB3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300" dirty="0">
                <a:ea typeface="Times New Roman" panose="02020603050405020304" pitchFamily="18" charset="0"/>
              </a:rPr>
              <a:t>Introduction to Python Programming Language and </a:t>
            </a:r>
            <a:r>
              <a:rPr lang="en-US" sz="3300" dirty="0" err="1">
                <a:ea typeface="Times New Roman" panose="02020603050405020304" pitchFamily="18" charset="0"/>
              </a:rPr>
              <a:t>Jupyter</a:t>
            </a:r>
            <a:r>
              <a:rPr lang="en-US" sz="3300" dirty="0">
                <a:ea typeface="Times New Roman" panose="02020603050405020304" pitchFamily="18" charset="0"/>
              </a:rPr>
              <a:t> Notebook</a:t>
            </a:r>
            <a:endParaRPr lang="en-US" sz="3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7951D-6AED-F64B-AB8D-89218E91D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287" y="4079875"/>
            <a:ext cx="7315199" cy="165576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752936"/>
                </a:solidFill>
              </a:rPr>
              <a:t>CS 150</a:t>
            </a:r>
          </a:p>
          <a:p>
            <a:r>
              <a:rPr lang="en-US" sz="2800" dirty="0">
                <a:solidFill>
                  <a:srgbClr val="752936"/>
                </a:solidFill>
              </a:rPr>
              <a:t>Bellarmine University</a:t>
            </a:r>
          </a:p>
        </p:txBody>
      </p:sp>
    </p:spTree>
    <p:extLst>
      <p:ext uri="{BB962C8B-B14F-4D97-AF65-F5344CB8AC3E}">
        <p14:creationId xmlns:p14="http://schemas.microsoft.com/office/powerpoint/2010/main" val="3528814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5BC7-AC37-7B17-6F46-3DAE7AB3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Programming in Liberal 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39F9-14AE-4107-1874-A6B82C3F8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75071" cy="43513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Data is Everywhere</a:t>
            </a:r>
            <a:r>
              <a:rPr lang="en-US" dirty="0"/>
              <a:t>: literature, history archives, surveys, social media</a:t>
            </a:r>
          </a:p>
          <a:p>
            <a:endParaRPr lang="en-US" b="1" dirty="0"/>
          </a:p>
          <a:p>
            <a:r>
              <a:rPr lang="en-US" dirty="0"/>
              <a:t>Programming gives you a new set of </a:t>
            </a:r>
            <a:r>
              <a:rPr lang="en-US" b="1" dirty="0">
                <a:solidFill>
                  <a:srgbClr val="C00000"/>
                </a:solidFill>
              </a:rPr>
              <a:t>Research Tools</a:t>
            </a:r>
            <a:r>
              <a:rPr lang="en-US" dirty="0"/>
              <a:t>: analyze texts, explore cultural trends, visualize history</a:t>
            </a:r>
          </a:p>
          <a:p>
            <a:endParaRPr lang="en-US" b="1" dirty="0"/>
          </a:p>
          <a:p>
            <a:r>
              <a:rPr lang="en-US" dirty="0"/>
              <a:t>Move you from being consumers of digital content to </a:t>
            </a:r>
            <a:r>
              <a:rPr lang="en-US" b="1" dirty="0">
                <a:solidFill>
                  <a:srgbClr val="C00000"/>
                </a:solidFill>
              </a:rPr>
              <a:t>active creators and explorers</a:t>
            </a:r>
            <a:r>
              <a:rPr lang="en-US" dirty="0"/>
              <a:t>: digital storytelling, interactive art, digital humanities</a:t>
            </a:r>
          </a:p>
          <a:p>
            <a:endParaRPr lang="en-US" dirty="0"/>
          </a:p>
          <a:p>
            <a:r>
              <a:rPr lang="en-US" dirty="0"/>
              <a:t>Improves your </a:t>
            </a:r>
            <a:r>
              <a:rPr lang="en-US" b="1" dirty="0">
                <a:solidFill>
                  <a:srgbClr val="C00000"/>
                </a:solidFill>
              </a:rPr>
              <a:t>Career Skills</a:t>
            </a:r>
            <a:r>
              <a:rPr lang="en-US" dirty="0"/>
              <a:t>:  Employers value problem-solving and digital literacy, no matter your field</a:t>
            </a:r>
          </a:p>
          <a:p>
            <a:endParaRPr lang="en-US" dirty="0"/>
          </a:p>
        </p:txBody>
      </p:sp>
      <p:pic>
        <p:nvPicPr>
          <p:cNvPr id="1026" name="Picture 2" descr="Girls born coders">
            <a:extLst>
              <a:ext uri="{FF2B5EF4-FFF2-40B4-BE49-F238E27FC236}">
                <a16:creationId xmlns:a16="http://schemas.microsoft.com/office/drawing/2014/main" id="{F0A2F49C-77A9-C19D-5BDD-C323D6A3C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1385" y="1887032"/>
            <a:ext cx="2722415" cy="1917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le - Illustration File - Illustration text analysis stock illustrations">
            <a:extLst>
              <a:ext uri="{FF2B5EF4-FFF2-40B4-BE49-F238E27FC236}">
                <a16:creationId xmlns:a16="http://schemas.microsoft.com/office/drawing/2014/main" id="{A98ED4B3-5680-BE6B-547B-8B517CD87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1545" y="4001294"/>
            <a:ext cx="2722255" cy="2199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714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Beginner-Friendly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/>
              <a:t>simple, readable syntax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Versatile</a:t>
            </a:r>
            <a:r>
              <a:rPr lang="en-US" dirty="0">
                <a:solidFill>
                  <a:srgbClr val="0070C0"/>
                </a:solidFill>
              </a:rPr>
              <a:t>:</a:t>
            </a:r>
            <a:r>
              <a:rPr lang="en-US" dirty="0"/>
              <a:t> Widely used </a:t>
            </a:r>
            <a:r>
              <a:rPr lang="en-US" i="1" dirty="0"/>
              <a:t>across disciplines and for different subjects such as </a:t>
            </a:r>
            <a:r>
              <a:rPr lang="en-US" dirty="0"/>
              <a:t>text analysis, data visualization, AI, web projects.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Community Support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/>
              <a:t>tutorials, forums, global community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Libraries for Liberal Arts</a:t>
            </a:r>
            <a:r>
              <a:rPr lang="en-US" dirty="0"/>
              <a:t>: NLTK, Pandas, Matplotlib, Pillow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Open source, free </a:t>
            </a:r>
            <a:r>
              <a:rPr lang="en-US" dirty="0"/>
              <a:t>and widely available with a massive open-source community</a:t>
            </a:r>
          </a:p>
        </p:txBody>
      </p:sp>
    </p:spTree>
    <p:extLst>
      <p:ext uri="{BB962C8B-B14F-4D97-AF65-F5344CB8AC3E}">
        <p14:creationId xmlns:p14="http://schemas.microsoft.com/office/powerpoint/2010/main" val="2999147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Python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is an </a:t>
            </a:r>
            <a:r>
              <a:rPr lang="en-US" b="1" dirty="0"/>
              <a:t>object-oriented scripting </a:t>
            </a:r>
            <a:r>
              <a:rPr lang="en-US" dirty="0"/>
              <a:t>language</a:t>
            </a:r>
          </a:p>
          <a:p>
            <a:endParaRPr lang="en-US" dirty="0"/>
          </a:p>
          <a:p>
            <a:r>
              <a:rPr lang="en-US" dirty="0"/>
              <a:t>Released publicly in </a:t>
            </a:r>
            <a:r>
              <a:rPr lang="en-US" b="1" dirty="0"/>
              <a:t>1991</a:t>
            </a:r>
          </a:p>
          <a:p>
            <a:endParaRPr lang="en-US" dirty="0"/>
          </a:p>
          <a:p>
            <a:r>
              <a:rPr lang="en-US" dirty="0"/>
              <a:t>Has rapidly become one of the </a:t>
            </a:r>
            <a:r>
              <a:rPr lang="en-US" b="1" dirty="0"/>
              <a:t>world’s most popular programming languages</a:t>
            </a:r>
          </a:p>
          <a:p>
            <a:endParaRPr lang="en-US" b="1" dirty="0"/>
          </a:p>
          <a:p>
            <a:r>
              <a:rPr lang="en-US" dirty="0"/>
              <a:t>Particularly popular for </a:t>
            </a:r>
            <a:r>
              <a:rPr lang="en-US" b="1" dirty="0"/>
              <a:t>educational</a:t>
            </a:r>
            <a:r>
              <a:rPr lang="en-US" dirty="0"/>
              <a:t> and </a:t>
            </a:r>
            <a:r>
              <a:rPr lang="en-US" b="1" dirty="0"/>
              <a:t>scientific</a:t>
            </a:r>
            <a:r>
              <a:rPr lang="en-US" dirty="0"/>
              <a:t> computing, as well as </a:t>
            </a:r>
            <a:r>
              <a:rPr lang="en-US" b="1" dirty="0"/>
              <a:t>software prototyping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Recently surpassed the programming language </a:t>
            </a:r>
            <a:r>
              <a:rPr lang="en-US" b="1" dirty="0"/>
              <a:t>R</a:t>
            </a:r>
            <a:r>
              <a:rPr lang="en-US" dirty="0"/>
              <a:t> as the most popular </a:t>
            </a:r>
            <a:r>
              <a:rPr lang="en-US" b="1" dirty="0"/>
              <a:t>data-science programming </a:t>
            </a:r>
            <a:r>
              <a:rPr lang="en-US" dirty="0"/>
              <a:t>language</a:t>
            </a:r>
          </a:p>
        </p:txBody>
      </p:sp>
    </p:spTree>
    <p:extLst>
      <p:ext uri="{BB962C8B-B14F-4D97-AF65-F5344CB8AC3E}">
        <p14:creationId xmlns:p14="http://schemas.microsoft.com/office/powerpoint/2010/main" val="129255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10856495" cy="1325563"/>
          </a:xfrm>
        </p:spPr>
        <p:txBody>
          <a:bodyPr/>
          <a:lstStyle/>
          <a:p>
            <a:r>
              <a:rPr lang="en-US" dirty="0"/>
              <a:t>Programming Language Popularity (2025)</a:t>
            </a:r>
          </a:p>
        </p:txBody>
      </p:sp>
      <p:pic>
        <p:nvPicPr>
          <p:cNvPr id="1026" name="Picture 2" descr="language-popularity-001">
            <a:extLst>
              <a:ext uri="{FF2B5EF4-FFF2-40B4-BE49-F238E27FC236}">
                <a16:creationId xmlns:a16="http://schemas.microsoft.com/office/drawing/2014/main" id="{69CF0B33-4E5A-0A05-3D28-27B6ED487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439" y="1308847"/>
            <a:ext cx="8566396" cy="4818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509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9200" y="530609"/>
            <a:ext cx="10491641" cy="631777"/>
          </a:xfrm>
          <a:prstGeom prst="rect">
            <a:avLst/>
          </a:prstGeom>
        </p:spPr>
        <p:txBody>
          <a:bodyPr vert="horz" wrap="square" lIns="0" tIns="16067" rIns="0" bIns="0" rtlCol="0">
            <a:spAutoFit/>
          </a:bodyPr>
          <a:lstStyle/>
          <a:p>
            <a:pPr marL="16913">
              <a:spcBef>
                <a:spcPts val="127"/>
              </a:spcBef>
            </a:pPr>
            <a:r>
              <a:rPr sz="4000" spc="-7" dirty="0">
                <a:latin typeface="+mj-lt"/>
              </a:rPr>
              <a:t>Translating a program to </a:t>
            </a:r>
            <a:r>
              <a:rPr sz="4000" dirty="0">
                <a:latin typeface="+mj-lt"/>
              </a:rPr>
              <a:t>machine</a:t>
            </a:r>
            <a:r>
              <a:rPr sz="4000" spc="-27" dirty="0">
                <a:latin typeface="+mj-lt"/>
              </a:rPr>
              <a:t> </a:t>
            </a:r>
            <a:r>
              <a:rPr sz="4000" spc="-7" dirty="0">
                <a:latin typeface="+mj-lt"/>
              </a:rPr>
              <a:t>language</a:t>
            </a:r>
            <a:endParaRPr sz="4000" dirty="0">
              <a:latin typeface="+mj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2891" y="1921582"/>
            <a:ext cx="11371934" cy="3733879"/>
          </a:xfrm>
          <a:prstGeom prst="rect">
            <a:avLst/>
          </a:prstGeom>
        </p:spPr>
        <p:txBody>
          <a:bodyPr vert="horz" wrap="square" lIns="0" tIns="22832" rIns="0" bIns="0" rtlCol="0">
            <a:spAutoFit/>
          </a:bodyPr>
          <a:lstStyle/>
          <a:p>
            <a:pPr marL="359813" indent="-342900" defTabSz="1217706">
              <a:lnSpc>
                <a:spcPts val="3103"/>
              </a:lnSpc>
              <a:spcBef>
                <a:spcPts val="180"/>
              </a:spcBef>
              <a:buFont typeface="Wingdings" panose="05000000000000000000" pitchFamily="2" charset="2"/>
              <a:buChar char="Ø"/>
              <a:tabLst>
                <a:tab pos="490465" algn="l"/>
              </a:tabLst>
            </a:pPr>
            <a:r>
              <a:rPr sz="2397" b="1" spc="-13" dirty="0">
                <a:solidFill>
                  <a:srgbClr val="7030A0"/>
                </a:solidFill>
                <a:cs typeface="Arial"/>
              </a:rPr>
              <a:t>Interpreter</a:t>
            </a:r>
            <a:endParaRPr sz="2397" b="1" dirty="0">
              <a:solidFill>
                <a:srgbClr val="7030A0"/>
              </a:solidFill>
              <a:cs typeface="Arial"/>
            </a:endParaRPr>
          </a:p>
          <a:p>
            <a:pPr marL="1096780" indent="-475244" defTabSz="1217706">
              <a:lnSpc>
                <a:spcPts val="2863"/>
              </a:lnSpc>
              <a:buSzPct val="108333"/>
              <a:buFontTx/>
              <a:buChar char="○"/>
              <a:tabLst>
                <a:tab pos="1096780" algn="l"/>
                <a:tab pos="1097627" algn="l"/>
              </a:tabLst>
            </a:pPr>
            <a:r>
              <a:rPr sz="2397" spc="-7" dirty="0">
                <a:cs typeface="Arial"/>
              </a:rPr>
              <a:t>Directly executes the instructions in the </a:t>
            </a:r>
            <a:r>
              <a:rPr sz="2397" dirty="0">
                <a:cs typeface="Arial"/>
              </a:rPr>
              <a:t>source programming</a:t>
            </a:r>
            <a:r>
              <a:rPr sz="2397" spc="13" dirty="0">
                <a:cs typeface="Arial"/>
              </a:rPr>
              <a:t> </a:t>
            </a:r>
            <a:r>
              <a:rPr sz="2397" spc="-13" dirty="0">
                <a:cs typeface="Arial"/>
              </a:rPr>
              <a:t>language</a:t>
            </a:r>
            <a:endParaRPr sz="2397" dirty="0">
              <a:cs typeface="Arial"/>
            </a:endParaRPr>
          </a:p>
          <a:p>
            <a:pPr marL="1096780" indent="-475244" defTabSz="1217706">
              <a:spcBef>
                <a:spcPts val="13"/>
              </a:spcBef>
              <a:buSzPct val="108333"/>
              <a:buFontTx/>
              <a:buChar char="○"/>
              <a:tabLst>
                <a:tab pos="1096780" algn="l"/>
                <a:tab pos="1097627" algn="l"/>
              </a:tabLst>
            </a:pPr>
            <a:r>
              <a:rPr sz="2397" spc="-7" dirty="0">
                <a:cs typeface="Arial"/>
              </a:rPr>
              <a:t>Read </a:t>
            </a:r>
            <a:r>
              <a:rPr sz="2397" spc="-13" dirty="0">
                <a:cs typeface="Arial"/>
              </a:rPr>
              <a:t>one </a:t>
            </a:r>
            <a:r>
              <a:rPr sz="2397" spc="-7" dirty="0">
                <a:cs typeface="Arial"/>
              </a:rPr>
              <a:t>instruction </a:t>
            </a:r>
            <a:r>
              <a:rPr lang="en-US" sz="2400" spc="5" dirty="0">
                <a:latin typeface="Wingdings"/>
                <a:cs typeface="Wingdings"/>
              </a:rPr>
              <a:t></a:t>
            </a:r>
            <a:r>
              <a:rPr sz="2397" spc="7" dirty="0">
                <a:cs typeface="Times New Roman"/>
              </a:rPr>
              <a:t> </a:t>
            </a:r>
            <a:r>
              <a:rPr sz="2397" dirty="0">
                <a:cs typeface="Arial"/>
              </a:rPr>
              <a:t>Execute </a:t>
            </a:r>
            <a:r>
              <a:rPr sz="2397" spc="-13" dirty="0">
                <a:cs typeface="Arial"/>
              </a:rPr>
              <a:t>it </a:t>
            </a:r>
            <a:r>
              <a:rPr lang="en-US" sz="2400" spc="5" dirty="0">
                <a:latin typeface="Wingdings"/>
                <a:cs typeface="Wingdings"/>
              </a:rPr>
              <a:t></a:t>
            </a:r>
            <a:r>
              <a:rPr sz="2397" spc="-7" dirty="0">
                <a:cs typeface="Arial"/>
              </a:rPr>
              <a:t>Read </a:t>
            </a:r>
            <a:r>
              <a:rPr sz="2397" dirty="0">
                <a:cs typeface="Arial"/>
              </a:rPr>
              <a:t>next </a:t>
            </a:r>
            <a:r>
              <a:rPr sz="2397" spc="-7" dirty="0">
                <a:cs typeface="Arial"/>
              </a:rPr>
              <a:t>instruction </a:t>
            </a:r>
            <a:r>
              <a:rPr lang="en-US" sz="2400" spc="5" dirty="0">
                <a:latin typeface="Wingdings"/>
                <a:cs typeface="Wingdings"/>
              </a:rPr>
              <a:t></a:t>
            </a:r>
            <a:r>
              <a:rPr sz="2397" dirty="0">
                <a:cs typeface="Arial"/>
              </a:rPr>
              <a:t>Execute</a:t>
            </a:r>
            <a:r>
              <a:rPr sz="2397" spc="107" dirty="0">
                <a:cs typeface="Arial"/>
              </a:rPr>
              <a:t> </a:t>
            </a:r>
            <a:r>
              <a:rPr sz="2397" spc="-13" dirty="0">
                <a:cs typeface="Arial"/>
              </a:rPr>
              <a:t>....</a:t>
            </a:r>
            <a:endParaRPr sz="2397" dirty="0">
              <a:cs typeface="Arial"/>
            </a:endParaRPr>
          </a:p>
          <a:p>
            <a:pPr marL="1096780" indent="-475244" defTabSz="1217706">
              <a:lnSpc>
                <a:spcPts val="2777"/>
              </a:lnSpc>
              <a:spcBef>
                <a:spcPts val="7"/>
              </a:spcBef>
              <a:buSzPct val="108333"/>
              <a:buFontTx/>
              <a:buChar char="○"/>
              <a:tabLst>
                <a:tab pos="1096780" algn="l"/>
                <a:tab pos="1097627" algn="l"/>
              </a:tabLst>
            </a:pPr>
            <a:r>
              <a:rPr sz="2397" dirty="0">
                <a:solidFill>
                  <a:srgbClr val="0070C0"/>
                </a:solidFill>
                <a:cs typeface="Arial"/>
              </a:rPr>
              <a:t>Example:</a:t>
            </a:r>
            <a:r>
              <a:rPr sz="2397" spc="-20" dirty="0">
                <a:solidFill>
                  <a:srgbClr val="0070C0"/>
                </a:solidFill>
                <a:cs typeface="Arial"/>
              </a:rPr>
              <a:t> </a:t>
            </a:r>
            <a:r>
              <a:rPr sz="2397" spc="-13" dirty="0">
                <a:cs typeface="Arial"/>
              </a:rPr>
              <a:t>Python</a:t>
            </a:r>
            <a:r>
              <a:rPr lang="en-US" sz="2397" spc="-13" dirty="0">
                <a:cs typeface="Arial"/>
              </a:rPr>
              <a:t>, JavaScript</a:t>
            </a:r>
          </a:p>
          <a:p>
            <a:pPr marL="1096780" indent="-475244" defTabSz="1217706">
              <a:lnSpc>
                <a:spcPts val="2777"/>
              </a:lnSpc>
              <a:spcBef>
                <a:spcPts val="7"/>
              </a:spcBef>
              <a:buSzPct val="108333"/>
              <a:buFontTx/>
              <a:buChar char="○"/>
              <a:tabLst>
                <a:tab pos="1096780" algn="l"/>
                <a:tab pos="1097627" algn="l"/>
              </a:tabLst>
            </a:pPr>
            <a:r>
              <a:rPr lang="en-US" sz="2397" spc="-13" dirty="0">
                <a:cs typeface="Arial"/>
              </a:rPr>
              <a:t>(Usually easy to use from scratch!)</a:t>
            </a:r>
          </a:p>
          <a:p>
            <a:pPr marL="1096780" indent="-475244" defTabSz="1217706">
              <a:lnSpc>
                <a:spcPts val="2777"/>
              </a:lnSpc>
              <a:spcBef>
                <a:spcPts val="7"/>
              </a:spcBef>
              <a:buSzPct val="108333"/>
              <a:buFontTx/>
              <a:buChar char="○"/>
              <a:tabLst>
                <a:tab pos="1096780" algn="l"/>
                <a:tab pos="1097627" algn="l"/>
              </a:tabLst>
            </a:pPr>
            <a:endParaRPr sz="2397" dirty="0">
              <a:cs typeface="Arial"/>
            </a:endParaRPr>
          </a:p>
          <a:p>
            <a:pPr marL="359813" indent="-342900" defTabSz="1217706">
              <a:lnSpc>
                <a:spcPts val="3003"/>
              </a:lnSpc>
              <a:buFont typeface="Wingdings" panose="05000000000000000000" pitchFamily="2" charset="2"/>
              <a:buChar char="Ø"/>
              <a:tabLst>
                <a:tab pos="490465" algn="l"/>
              </a:tabLst>
            </a:pPr>
            <a:r>
              <a:rPr sz="2397" b="1" spc="-7" dirty="0">
                <a:solidFill>
                  <a:srgbClr val="7030A0"/>
                </a:solidFill>
                <a:cs typeface="Arial"/>
              </a:rPr>
              <a:t>Compiler</a:t>
            </a:r>
            <a:endParaRPr sz="2397" b="1" dirty="0">
              <a:solidFill>
                <a:srgbClr val="7030A0"/>
              </a:solidFill>
              <a:cs typeface="Arial"/>
            </a:endParaRPr>
          </a:p>
          <a:p>
            <a:pPr marL="1096780" indent="-475244" defTabSz="1217706">
              <a:lnSpc>
                <a:spcPts val="2863"/>
              </a:lnSpc>
              <a:buSzPct val="108333"/>
              <a:buFontTx/>
              <a:buChar char="○"/>
              <a:tabLst>
                <a:tab pos="1096780" algn="l"/>
                <a:tab pos="1097627" algn="l"/>
              </a:tabLst>
            </a:pPr>
            <a:r>
              <a:rPr sz="2397" spc="-7" dirty="0">
                <a:cs typeface="Arial"/>
              </a:rPr>
              <a:t>Translates </a:t>
            </a:r>
            <a:r>
              <a:rPr sz="2397" spc="-13" dirty="0">
                <a:cs typeface="Arial"/>
              </a:rPr>
              <a:t>all </a:t>
            </a:r>
            <a:r>
              <a:rPr sz="2397" spc="-7" dirty="0">
                <a:cs typeface="Arial"/>
              </a:rPr>
              <a:t>the instructions </a:t>
            </a:r>
            <a:r>
              <a:rPr sz="2397" spc="-13" dirty="0">
                <a:cs typeface="Arial"/>
              </a:rPr>
              <a:t>into </a:t>
            </a:r>
            <a:r>
              <a:rPr sz="2397" dirty="0">
                <a:cs typeface="Arial"/>
              </a:rPr>
              <a:t>machine code </a:t>
            </a:r>
            <a:r>
              <a:rPr sz="2397" spc="-7" dirty="0">
                <a:cs typeface="Arial"/>
              </a:rPr>
              <a:t>at </a:t>
            </a:r>
            <a:r>
              <a:rPr sz="2397" spc="7" dirty="0">
                <a:cs typeface="Arial"/>
              </a:rPr>
              <a:t>a </a:t>
            </a:r>
            <a:r>
              <a:rPr sz="2397" dirty="0">
                <a:cs typeface="Arial"/>
              </a:rPr>
              <a:t>time </a:t>
            </a:r>
            <a:r>
              <a:rPr sz="2397" spc="-7" dirty="0">
                <a:cs typeface="Arial"/>
              </a:rPr>
              <a:t>and </a:t>
            </a:r>
            <a:r>
              <a:rPr sz="2397" spc="-13" dirty="0">
                <a:cs typeface="Arial"/>
              </a:rPr>
              <a:t>then,</a:t>
            </a:r>
            <a:r>
              <a:rPr sz="2397" spc="146" dirty="0">
                <a:cs typeface="Arial"/>
              </a:rPr>
              <a:t> </a:t>
            </a:r>
            <a:r>
              <a:rPr sz="2397" dirty="0">
                <a:cs typeface="Arial"/>
              </a:rPr>
              <a:t>execute</a:t>
            </a:r>
          </a:p>
          <a:p>
            <a:pPr marL="1096780" indent="-475244" defTabSz="1217706">
              <a:spcBef>
                <a:spcPts val="7"/>
              </a:spcBef>
              <a:buSzPct val="108333"/>
              <a:buFontTx/>
              <a:buChar char="○"/>
              <a:tabLst>
                <a:tab pos="1096780" algn="l"/>
                <a:tab pos="1097627" algn="l"/>
              </a:tabLst>
            </a:pPr>
            <a:r>
              <a:rPr sz="2397" spc="-7" dirty="0">
                <a:cs typeface="Arial"/>
              </a:rPr>
              <a:t>Read </a:t>
            </a:r>
            <a:r>
              <a:rPr sz="2397" spc="-13" dirty="0">
                <a:cs typeface="Arial"/>
              </a:rPr>
              <a:t>all </a:t>
            </a:r>
            <a:r>
              <a:rPr sz="2397" spc="-7" dirty="0">
                <a:cs typeface="Arial"/>
              </a:rPr>
              <a:t>the </a:t>
            </a:r>
            <a:r>
              <a:rPr lang="en-US" sz="2397" spc="-7" dirty="0">
                <a:cs typeface="Arial"/>
              </a:rPr>
              <a:t>machine code </a:t>
            </a:r>
            <a:r>
              <a:rPr sz="2397" spc="-7" dirty="0">
                <a:cs typeface="Arial"/>
              </a:rPr>
              <a:t>instructions </a:t>
            </a:r>
            <a:r>
              <a:rPr lang="en-US" sz="2400" spc="5" dirty="0">
                <a:latin typeface="Wingdings"/>
                <a:cs typeface="Wingdings"/>
              </a:rPr>
              <a:t></a:t>
            </a:r>
            <a:r>
              <a:rPr sz="2397" dirty="0">
                <a:cs typeface="Arial"/>
              </a:rPr>
              <a:t>Execute</a:t>
            </a:r>
            <a:r>
              <a:rPr sz="2397" spc="67" dirty="0">
                <a:cs typeface="Arial"/>
              </a:rPr>
              <a:t> </a:t>
            </a:r>
            <a:r>
              <a:rPr lang="en-US" sz="2397" spc="-20" dirty="0">
                <a:cs typeface="Arial"/>
              </a:rPr>
              <a:t>them.</a:t>
            </a:r>
            <a:endParaRPr sz="2397" dirty="0">
              <a:cs typeface="Arial"/>
            </a:endParaRPr>
          </a:p>
          <a:p>
            <a:pPr marL="1096780" indent="-475244" defTabSz="1217706">
              <a:spcBef>
                <a:spcPts val="7"/>
              </a:spcBef>
              <a:buSzPct val="108333"/>
              <a:buFontTx/>
              <a:buChar char="○"/>
              <a:tabLst>
                <a:tab pos="1096780" algn="l"/>
                <a:tab pos="1097627" algn="l"/>
              </a:tabLst>
            </a:pPr>
            <a:r>
              <a:rPr sz="2397" dirty="0">
                <a:solidFill>
                  <a:srgbClr val="0070C0"/>
                </a:solidFill>
                <a:cs typeface="Arial"/>
              </a:rPr>
              <a:t>Example: </a:t>
            </a:r>
            <a:r>
              <a:rPr sz="2397" spc="13" dirty="0">
                <a:cs typeface="Arial"/>
              </a:rPr>
              <a:t>Java,</a:t>
            </a:r>
            <a:r>
              <a:rPr sz="2397" spc="-133" dirty="0">
                <a:cs typeface="Arial"/>
              </a:rPr>
              <a:t> </a:t>
            </a:r>
            <a:r>
              <a:rPr sz="2397" spc="7" dirty="0">
                <a:cs typeface="Arial"/>
              </a:rPr>
              <a:t>C++</a:t>
            </a:r>
            <a:endParaRPr lang="en-US" sz="2397" spc="7" dirty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A11D3-A0EA-0715-1FE9-F00E7BDE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37C0D-F840-C400-8F32-70EC3F10B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7525" indent="-34290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0070C0"/>
                </a:solidFill>
              </a:rPr>
              <a:t>Not always used in final products</a:t>
            </a:r>
            <a:endParaRPr lang="en-US" altLang="en-US" sz="2400" dirty="0">
              <a:solidFill>
                <a:srgbClr val="0070C0"/>
              </a:solidFill>
            </a:endParaRPr>
          </a:p>
          <a:p>
            <a:pPr marL="342891" lvl="1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/>
              <a:t> Standard Python scripts can be </a:t>
            </a:r>
            <a:r>
              <a:rPr lang="en-US" altLang="en-US" sz="2100" b="1" dirty="0"/>
              <a:t>slower</a:t>
            </a:r>
            <a:r>
              <a:rPr lang="en-US" altLang="en-US" sz="2100" dirty="0"/>
              <a:t> than compiled languages (C, C++).</a:t>
            </a:r>
          </a:p>
          <a:p>
            <a:pPr marL="342891" lvl="1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/>
              <a:t> Less efficient in terms of </a:t>
            </a:r>
            <a:r>
              <a:rPr lang="en-US" altLang="en-US" sz="2100" b="1" dirty="0"/>
              <a:t>speed and memory</a:t>
            </a:r>
            <a:r>
              <a:rPr lang="en-US" altLang="en-US" sz="2100" dirty="0"/>
              <a:t>.</a:t>
            </a:r>
          </a:p>
          <a:p>
            <a:pPr marL="342891" lvl="1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100" dirty="0"/>
          </a:p>
          <a:p>
            <a:pPr marL="0" lvl="0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rgbClr val="C00000"/>
                </a:solidFill>
              </a:rPr>
              <a:t>  Task-specific languages may be better</a:t>
            </a:r>
            <a:endParaRPr lang="en-US" altLang="en-US" sz="2400" dirty="0">
              <a:solidFill>
                <a:srgbClr val="C00000"/>
              </a:solidFill>
            </a:endParaRPr>
          </a:p>
          <a:p>
            <a:pPr marL="342891" lvl="1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/>
              <a:t> Example: </a:t>
            </a:r>
            <a:r>
              <a:rPr lang="en-US" altLang="en-US" sz="2100" b="1" dirty="0"/>
              <a:t>JavaScript</a:t>
            </a:r>
            <a:r>
              <a:rPr lang="en-US" altLang="en-US" sz="2100" dirty="0"/>
              <a:t> for web infrastructure.</a:t>
            </a:r>
          </a:p>
          <a:p>
            <a:pPr marL="342891" lvl="1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100" dirty="0"/>
          </a:p>
          <a:p>
            <a:pPr marL="0" lvl="0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  </a:t>
            </a:r>
            <a:r>
              <a:rPr lang="en-US" altLang="en-US" sz="2400" b="1" dirty="0">
                <a:solidFill>
                  <a:srgbClr val="00B050"/>
                </a:solidFill>
              </a:rPr>
              <a:t>Python excels at prototyping</a:t>
            </a:r>
            <a:endParaRPr lang="en-US" altLang="en-US" sz="2400" dirty="0">
              <a:solidFill>
                <a:srgbClr val="00B050"/>
              </a:solidFill>
            </a:endParaRPr>
          </a:p>
          <a:p>
            <a:pPr marL="342891" lvl="1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/>
              <a:t> Easy to write, test, and adjust.</a:t>
            </a:r>
          </a:p>
          <a:p>
            <a:pPr marL="342891" lvl="1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/>
              <a:t> Great for building </a:t>
            </a:r>
            <a:r>
              <a:rPr lang="en-US" altLang="en-US" sz="2100" b="1" dirty="0"/>
              <a:t>first-draft versions</a:t>
            </a:r>
            <a:r>
              <a:rPr lang="en-US" altLang="en-US" sz="2100" dirty="0"/>
              <a:t> of applications.</a:t>
            </a:r>
          </a:p>
          <a:p>
            <a:pPr marL="342891" lvl="1" indent="0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/>
              <a:t> Allows rapid experimentation before moving to production-level languages.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172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C6CAC-41F6-4730-9C15-DF3B42812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93" y="18255"/>
            <a:ext cx="10515600" cy="1325563"/>
          </a:xfrm>
        </p:spPr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A8688-DB30-4F98-8235-336BDB8CB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57" y="1343817"/>
            <a:ext cx="8582024" cy="5371307"/>
          </a:xfrm>
        </p:spPr>
        <p:txBody>
          <a:bodyPr>
            <a:norm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Textbook:  Python Crash Course, 2nd Edition: A Hands-On, Project-Based Introduction to Programming </a:t>
            </a:r>
            <a:endParaRPr 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333333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333333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Anaconda Python (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https://www.anaconda.com/products/individual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GitHub Account (</a:t>
            </a:r>
            <a:r>
              <a:rPr lang="en-US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https://github.com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endParaRPr lang="en-US" sz="3600" dirty="0"/>
          </a:p>
        </p:txBody>
      </p:sp>
      <p:pic>
        <p:nvPicPr>
          <p:cNvPr id="2052" name="Picture 4" descr="Anaconda (Python distribution) - Wikipedia">
            <a:extLst>
              <a:ext uri="{FF2B5EF4-FFF2-40B4-BE49-F238E27FC236}">
                <a16:creationId xmlns:a16="http://schemas.microsoft.com/office/drawing/2014/main" id="{5F524C8A-BBAF-447B-93C1-E3FDBFB1F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889" y="3075767"/>
            <a:ext cx="2446658" cy="121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BF773C-3B98-4372-9BD3-BDBFDEC46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889" y="4621305"/>
            <a:ext cx="2785925" cy="1565933"/>
          </a:xfrm>
          <a:prstGeom prst="rect">
            <a:avLst/>
          </a:prstGeom>
        </p:spPr>
      </p:pic>
      <p:pic>
        <p:nvPicPr>
          <p:cNvPr id="1026" name="Picture 2" descr="Image of book page. Click to open preview.">
            <a:extLst>
              <a:ext uri="{FF2B5EF4-FFF2-40B4-BE49-F238E27FC236}">
                <a16:creationId xmlns:a16="http://schemas.microsoft.com/office/drawing/2014/main" id="{3A08B151-AE8D-55D0-984B-9DF662ACC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360" y="362634"/>
            <a:ext cx="1916098" cy="2526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251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08D2-A712-480D-AF23-FD5067535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26" y="147011"/>
            <a:ext cx="10515600" cy="1325563"/>
          </a:xfrm>
        </p:spPr>
        <p:txBody>
          <a:bodyPr/>
          <a:lstStyle/>
          <a:p>
            <a:r>
              <a:rPr lang="en-US" dirty="0"/>
              <a:t>Learning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EE687-0C32-4E7D-B41C-1ACEB69A1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2574"/>
            <a:ext cx="10896600" cy="4704389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Choose the correct programing structures to use for various problems and data structures.</a:t>
            </a:r>
          </a:p>
          <a:p>
            <a:pPr marL="0" indent="0" algn="l">
              <a:buNone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Use Jupyter Notebooks to write interactive Python programs.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dirty="0">
                <a:effectLst/>
                <a:ea typeface="Calibri" panose="020F0502020204030204" pitchFamily="34" charset="0"/>
              </a:rPr>
              <a:t>Maintain a code repository for sharing code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950215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A54F-6A8B-D06E-9626-2532252E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CB434-73D8-69AC-85C7-C7ABFC480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059FDB-D86A-8466-29D0-6C9B1F45C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269" y="2275674"/>
            <a:ext cx="7084174" cy="319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9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EBDE18-07E0-676F-994D-570184C8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Tools and 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DE0A77-BBBF-ED5C-B433-F4D08649A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02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2EB44-3DDD-1D08-CD8D-ABF0FA0F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Tools and 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AFBF-FC4B-240A-C0EA-DE9D42282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Jupyter</a:t>
            </a:r>
            <a:r>
              <a:rPr lang="en-US" b="1" dirty="0">
                <a:solidFill>
                  <a:srgbClr val="C00000"/>
                </a:solidFill>
              </a:rPr>
              <a:t> Notebook</a:t>
            </a:r>
          </a:p>
          <a:p>
            <a:pPr lvl="1"/>
            <a:r>
              <a:rPr lang="en-US" dirty="0"/>
              <a:t>Web-based, interactive coding environment</a:t>
            </a:r>
          </a:p>
          <a:p>
            <a:pPr lvl="1"/>
            <a:r>
              <a:rPr lang="en-US" dirty="0"/>
              <a:t>Combines code, text, visuals, and analysis in one document</a:t>
            </a:r>
          </a:p>
          <a:p>
            <a:pPr lvl="1"/>
            <a:r>
              <a:rPr lang="en-US" dirty="0"/>
              <a:t>Perfect for experiments, tutorials, and projects</a:t>
            </a:r>
          </a:p>
          <a:p>
            <a:r>
              <a:rPr lang="en-US" b="1" dirty="0">
                <a:solidFill>
                  <a:srgbClr val="C00000"/>
                </a:solidFill>
              </a:rPr>
              <a:t>Spyder</a:t>
            </a:r>
          </a:p>
          <a:p>
            <a:pPr lvl="1"/>
            <a:r>
              <a:rPr lang="en-US" dirty="0"/>
              <a:t>Integrated Development Environment (IDE)</a:t>
            </a:r>
          </a:p>
          <a:p>
            <a:pPr lvl="1"/>
            <a:r>
              <a:rPr lang="en-US" dirty="0"/>
              <a:t>Offers debugging, variable tracking, and multi-file projects</a:t>
            </a:r>
          </a:p>
          <a:p>
            <a:pPr lvl="1"/>
            <a:r>
              <a:rPr lang="en-US" dirty="0"/>
              <a:t>Useful for larger projects but more technical</a:t>
            </a:r>
          </a:p>
          <a:p>
            <a:r>
              <a:rPr lang="en-US" b="1" dirty="0">
                <a:solidFill>
                  <a:srgbClr val="C00000"/>
                </a:solidFill>
              </a:rPr>
              <a:t>Other Options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VS Code</a:t>
            </a:r>
            <a:r>
              <a:rPr lang="en-US" dirty="0"/>
              <a:t>: Professional coding environment with Python extensions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Google </a:t>
            </a:r>
            <a:r>
              <a:rPr lang="en-US" b="1" dirty="0" err="1">
                <a:solidFill>
                  <a:srgbClr val="0070C0"/>
                </a:solidFill>
              </a:rPr>
              <a:t>Colab</a:t>
            </a:r>
            <a:r>
              <a:rPr lang="en-US" dirty="0"/>
              <a:t>: Free cloud-based </a:t>
            </a:r>
            <a:r>
              <a:rPr lang="en-US" dirty="0" err="1"/>
              <a:t>Jupyter</a:t>
            </a:r>
            <a:r>
              <a:rPr lang="en-US" dirty="0"/>
              <a:t> environment, no installation needed</a:t>
            </a:r>
          </a:p>
          <a:p>
            <a:endParaRPr lang="en-US" dirty="0"/>
          </a:p>
        </p:txBody>
      </p:sp>
      <p:pic>
        <p:nvPicPr>
          <p:cNvPr id="4" name="Picture 4" descr="Python - Install Anaconda, Jupyter Notebook, Spyder on Windows 10 - YouTube">
            <a:extLst>
              <a:ext uri="{FF2B5EF4-FFF2-40B4-BE49-F238E27FC236}">
                <a16:creationId xmlns:a16="http://schemas.microsoft.com/office/drawing/2014/main" id="{E957F44A-490E-1509-4134-68DEFABC9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901" y="2076209"/>
            <a:ext cx="3931923" cy="2201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163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0E2FB-DD0C-5C2D-1341-17A987208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Anaconda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3C637-651E-6CC1-9580-8A66C1EA2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Visit  </a:t>
            </a:r>
            <a:r>
              <a:rPr lang="en-US" dirty="0">
                <a:hlinkClick r:id="rId2"/>
              </a:rPr>
              <a:t>https://www.anaconda.com/download</a:t>
            </a:r>
            <a:r>
              <a:rPr lang="en-US" dirty="0"/>
              <a:t> and click “Get Started”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suitable operating system (Windows/MacOS/Linux) where the three operating systems are listed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Download ...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Open and run the installer ...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Open the </a:t>
            </a:r>
            <a:r>
              <a:rPr lang="en-US" b="1" dirty="0"/>
              <a:t>Anaconda</a:t>
            </a:r>
            <a:r>
              <a:rPr lang="en-US" dirty="0"/>
              <a:t> Prompt from the start menu:</a:t>
            </a:r>
          </a:p>
          <a:p>
            <a:pPr lvl="1"/>
            <a:r>
              <a:rPr lang="en-US" sz="2000" b="1" dirty="0">
                <a:solidFill>
                  <a:srgbClr val="C00000"/>
                </a:solidFill>
              </a:rPr>
              <a:t>Windows</a:t>
            </a:r>
            <a:r>
              <a:rPr lang="en-US" sz="2000" dirty="0"/>
              <a:t>: Click </a:t>
            </a:r>
            <a:r>
              <a:rPr lang="en-US" sz="2000" b="1" dirty="0"/>
              <a:t>Start</a:t>
            </a:r>
            <a:r>
              <a:rPr lang="en-US" sz="2000" dirty="0"/>
              <a:t>, search </a:t>
            </a:r>
            <a:r>
              <a:rPr lang="en-US" sz="2000" b="1" dirty="0"/>
              <a:t>Anaconda Prompt</a:t>
            </a:r>
            <a:r>
              <a:rPr lang="en-US" sz="2000" dirty="0"/>
              <a:t> from the </a:t>
            </a:r>
            <a:r>
              <a:rPr lang="en-US" sz="2000" b="1" dirty="0"/>
              <a:t>menu</a:t>
            </a:r>
            <a:r>
              <a:rPr lang="en-US" sz="2000" dirty="0"/>
              <a:t>.</a:t>
            </a:r>
          </a:p>
          <a:p>
            <a:pPr lvl="1"/>
            <a:r>
              <a:rPr lang="en-US" sz="2000" b="1" dirty="0">
                <a:solidFill>
                  <a:srgbClr val="C00000"/>
                </a:solidFill>
              </a:rPr>
              <a:t>MacOS</a:t>
            </a:r>
            <a:r>
              <a:rPr lang="en-US" sz="2000" dirty="0"/>
              <a:t>: </a:t>
            </a:r>
            <a:r>
              <a:rPr lang="en-US" sz="2000" dirty="0" err="1"/>
              <a:t>Cmd+Space</a:t>
            </a:r>
            <a:r>
              <a:rPr lang="en-US" sz="2000" dirty="0"/>
              <a:t> to </a:t>
            </a:r>
            <a:r>
              <a:rPr lang="en-US" sz="2000" b="1" dirty="0"/>
              <a:t>open</a:t>
            </a:r>
            <a:r>
              <a:rPr lang="en-US" sz="2000" dirty="0"/>
              <a:t> Spotlight Search and </a:t>
            </a:r>
          </a:p>
          <a:p>
            <a:pPr marL="800100" lvl="1" indent="-342900"/>
            <a:r>
              <a:rPr lang="en-US" sz="2000" dirty="0"/>
              <a:t>type </a:t>
            </a:r>
            <a:r>
              <a:rPr lang="en-US" sz="2000" b="1" dirty="0"/>
              <a:t>“Navigator” </a:t>
            </a:r>
            <a:r>
              <a:rPr lang="en-US" sz="2000" dirty="0"/>
              <a:t>to </a:t>
            </a:r>
            <a:r>
              <a:rPr lang="en-US" sz="2000" b="1" dirty="0"/>
              <a:t>open</a:t>
            </a:r>
            <a:r>
              <a:rPr lang="en-US" sz="2000" dirty="0"/>
              <a:t> the program.</a:t>
            </a:r>
          </a:p>
          <a:p>
            <a:pPr lvl="1"/>
            <a:r>
              <a:rPr lang="en-US" sz="2000" b="1" dirty="0">
                <a:solidFill>
                  <a:srgbClr val="C00000"/>
                </a:solidFill>
              </a:rPr>
              <a:t>Linux</a:t>
            </a:r>
            <a:r>
              <a:rPr lang="en-US" sz="2000" dirty="0"/>
              <a:t>: </a:t>
            </a:r>
            <a:r>
              <a:rPr lang="en-US" sz="2000" b="1" dirty="0"/>
              <a:t>Open</a:t>
            </a:r>
            <a:r>
              <a:rPr lang="en-US" sz="2000" dirty="0"/>
              <a:t> Applications - System Tools - terminal.</a:t>
            </a:r>
          </a:p>
          <a:p>
            <a:pPr marL="457200" indent="-457200">
              <a:buAutoNum type="arabicPeriod" startAt="6"/>
            </a:pPr>
            <a:endParaRPr lang="en-US" sz="2400" dirty="0"/>
          </a:p>
          <a:p>
            <a:pPr marL="457200" indent="-457200">
              <a:buAutoNum type="arabicPeriod" startAt="6"/>
            </a:pPr>
            <a:r>
              <a:rPr lang="en-US" sz="2400" dirty="0"/>
              <a:t>Terminal – type python --version</a:t>
            </a:r>
            <a:endParaRPr lang="en-US" dirty="0"/>
          </a:p>
        </p:txBody>
      </p:sp>
      <p:pic>
        <p:nvPicPr>
          <p:cNvPr id="4" name="Picture 2" descr="How to install and use Anaconda - wiki.math.ntnu.no">
            <a:extLst>
              <a:ext uri="{FF2B5EF4-FFF2-40B4-BE49-F238E27FC236}">
                <a16:creationId xmlns:a16="http://schemas.microsoft.com/office/drawing/2014/main" id="{68AD6D71-D1F7-9090-749B-728F15AD3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308" y="4422913"/>
            <a:ext cx="3342908" cy="2012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0159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4FEA8-749C-78FB-BEA2-6F41D85DF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with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DBCEF-6571-18EE-7CD4-00231108E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notebook</a:t>
            </a:r>
            <a:r>
              <a:rPr lang="en-US" dirty="0"/>
              <a:t> integrates code and its output into a single document that combines visualizations, narrative text, mathematical equations, and other rich media. </a:t>
            </a:r>
          </a:p>
          <a:p>
            <a:endParaRPr lang="en-US" dirty="0"/>
          </a:p>
          <a:p>
            <a:r>
              <a:rPr lang="en-US" dirty="0"/>
              <a:t>In other words: it's a single document where you can run code, display the output, add explanations, formulas, charts, and make your work more transparent, understandable, repeatable, and shareable</a:t>
            </a:r>
          </a:p>
          <a:p>
            <a:endParaRPr lang="en-US" dirty="0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07807D64-9A57-55E4-42B8-FED8BEEC6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1447982"/>
            <a:ext cx="5181600" cy="2211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4E8A44-7F2A-8DBF-FF3C-504B907D5E29}"/>
              </a:ext>
            </a:extLst>
          </p:cNvPr>
          <p:cNvSpPr txBox="1"/>
          <p:nvPr/>
        </p:nvSpPr>
        <p:spPr>
          <a:xfrm>
            <a:off x="6588070" y="4387526"/>
            <a:ext cx="56039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Note: </a:t>
            </a:r>
            <a:r>
              <a:rPr lang="en-US" sz="2400" dirty="0"/>
              <a:t>there are </a:t>
            </a:r>
            <a:r>
              <a:rPr lang="en-US" sz="2400" i="1" dirty="0"/>
              <a:t>many</a:t>
            </a:r>
            <a:r>
              <a:rPr lang="en-US" sz="2400" dirty="0"/>
              <a:t> ways to start up </a:t>
            </a:r>
            <a:r>
              <a:rPr lang="en-US" sz="2400" b="1" dirty="0" err="1"/>
              <a:t>Jupyter</a:t>
            </a:r>
            <a:r>
              <a:rPr lang="en-US" sz="2400" b="1" dirty="0"/>
              <a:t> Notebook</a:t>
            </a:r>
            <a:r>
              <a:rPr lang="en-US" sz="2400" dirty="0"/>
              <a:t> from the Anaconda environment.  The simplest is through the Navigator GUI</a:t>
            </a:r>
            <a:endParaRPr 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D2D228-E914-1C00-B8B4-D97E31A5A87D}"/>
              </a:ext>
            </a:extLst>
          </p:cNvPr>
          <p:cNvSpPr/>
          <p:nvPr/>
        </p:nvSpPr>
        <p:spPr>
          <a:xfrm>
            <a:off x="10414000" y="2159000"/>
            <a:ext cx="1202267" cy="14393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82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EDD3A-903C-5143-C966-4B22DF35B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new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20D6E-C456-37B7-6FB3-BCBE5FA55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7892A4-F6AA-D036-9EBA-E352895D5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05" y="2113351"/>
            <a:ext cx="10557980" cy="26312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612001B-D149-9B3C-AF1A-7EB8EB67A32C}"/>
              </a:ext>
            </a:extLst>
          </p:cNvPr>
          <p:cNvSpPr/>
          <p:nvPr/>
        </p:nvSpPr>
        <p:spPr>
          <a:xfrm>
            <a:off x="9153625" y="3311091"/>
            <a:ext cx="2200175" cy="3946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44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78694-F4C5-2081-68D8-BCDF467EB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first program-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2474B-E981-78BF-668A-4AF4A877A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68117" cy="34508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Traditional </a:t>
            </a:r>
            <a:r>
              <a:rPr lang="ja-JP" altLang="en-US"/>
              <a:t>‘</a:t>
            </a:r>
            <a:r>
              <a:rPr lang="en-US" altLang="ja-JP" dirty="0"/>
              <a:t>Hello World</a:t>
            </a:r>
            <a:r>
              <a:rPr lang="ja-JP" altLang="en-US"/>
              <a:t>’</a:t>
            </a:r>
            <a:r>
              <a:rPr lang="en-US" altLang="ja-JP" dirty="0"/>
              <a:t> program in Python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C8E759-40D9-0FB6-FAA9-BAE21B905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02" y="2170706"/>
            <a:ext cx="11197549" cy="315592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014A8C-FFBF-348E-400C-6E7FA97BAD0F}"/>
              </a:ext>
            </a:extLst>
          </p:cNvPr>
          <p:cNvSpPr txBox="1">
            <a:spLocks/>
          </p:cNvSpPr>
          <p:nvPr/>
        </p:nvSpPr>
        <p:spPr>
          <a:xfrm>
            <a:off x="1559227" y="5326630"/>
            <a:ext cx="7592723" cy="14315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dirty="0"/>
              <a:t>We will examine this program in the next section</a:t>
            </a:r>
          </a:p>
          <a:p>
            <a:pPr marL="742950" lvl="1" indent="-285750"/>
            <a:r>
              <a:rPr lang="en-US" dirty="0"/>
              <a:t>Typing the program into your IDE would be good practice!</a:t>
            </a:r>
          </a:p>
          <a:p>
            <a:pPr marL="742950" lvl="1" indent="-285750"/>
            <a:r>
              <a:rPr lang="en-US" dirty="0"/>
              <a:t>Be careful of spelling e.g., </a:t>
            </a:r>
            <a:r>
              <a:rPr lang="ja-JP" altLang="en-US" dirty="0"/>
              <a:t>‘</a:t>
            </a:r>
            <a:r>
              <a:rPr lang="en-US" dirty="0"/>
              <a:t>print</a:t>
            </a:r>
            <a:r>
              <a:rPr lang="ja-JP" altLang="en-US" dirty="0"/>
              <a:t>’</a:t>
            </a:r>
            <a:r>
              <a:rPr lang="en-US" dirty="0"/>
              <a:t> vs. </a:t>
            </a:r>
            <a:r>
              <a:rPr lang="ja-JP" altLang="en-US" dirty="0"/>
              <a:t>‘</a:t>
            </a:r>
            <a:r>
              <a:rPr lang="en-US" dirty="0" err="1"/>
              <a:t>primt</a:t>
            </a:r>
            <a:r>
              <a:rPr lang="ja-JP" altLang="en-US" dirty="0"/>
              <a:t>’</a:t>
            </a:r>
            <a:endParaRPr lang="en-US" dirty="0"/>
          </a:p>
          <a:p>
            <a:pPr marL="742950" lvl="1" indent="-285750"/>
            <a:r>
              <a:rPr lang="en-US" dirty="0"/>
              <a:t>Python is </a:t>
            </a:r>
            <a:r>
              <a:rPr lang="en-US" b="1" dirty="0"/>
              <a:t>case sensitive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697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E4CB-8387-58A7-6E57-0D2D40BA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1354BE-FDBF-F887-91BF-24847CF32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End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98D732-48F8-B1D7-44B5-84086C16C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8633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F6F6F6"/>
      </a:lt2>
      <a:accent1>
        <a:srgbClr val="752836"/>
      </a:accent1>
      <a:accent2>
        <a:srgbClr val="697970"/>
      </a:accent2>
      <a:accent3>
        <a:srgbClr val="C8C8C8"/>
      </a:accent3>
      <a:accent4>
        <a:srgbClr val="F7BE00"/>
      </a:accent4>
      <a:accent5>
        <a:srgbClr val="00677F"/>
      </a:accent5>
      <a:accent6>
        <a:srgbClr val="4D4D4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dard Screen Bellarmine Template" id="{109F2BBD-B805-0C47-8BE1-EE5FD54F39DA}" vid="{7B5311A2-F663-764E-9F9C-04F6C47E4F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21905</TotalTime>
  <Words>782</Words>
  <Application>Microsoft Macintosh PowerPoint</Application>
  <PresentationFormat>Widescreen</PresentationFormat>
  <Paragraphs>119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Noto Sans Symbols</vt:lpstr>
      <vt:lpstr>Times New Roman</vt:lpstr>
      <vt:lpstr>Wingdings</vt:lpstr>
      <vt:lpstr>1_Office Theme</vt:lpstr>
      <vt:lpstr>Introduction to Python Programming Language and Jupyter Notebook</vt:lpstr>
      <vt:lpstr>Why Programming in Liberal Arts</vt:lpstr>
      <vt:lpstr>Why Python?</vt:lpstr>
      <vt:lpstr>The Python Language</vt:lpstr>
      <vt:lpstr>Programming Language Popularity (2025)</vt:lpstr>
      <vt:lpstr>Translating a program to machine language</vt:lpstr>
      <vt:lpstr>Python Applications</vt:lpstr>
      <vt:lpstr>Course Materials</vt:lpstr>
      <vt:lpstr>Learning Outcome</vt:lpstr>
      <vt:lpstr>Grading Information</vt:lpstr>
      <vt:lpstr>Python Tools and IDE</vt:lpstr>
      <vt:lpstr>Python Tools and IDEs</vt:lpstr>
      <vt:lpstr>Downloading Anaconda</vt:lpstr>
      <vt:lpstr>Work with Jupyter Notebook</vt:lpstr>
      <vt:lpstr>Create a new file</vt:lpstr>
      <vt:lpstr>Your first program-Jupyter Notebook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Software Engineering</dc:title>
  <dc:creator>Kelley, Robert R.</dc:creator>
  <cp:lastModifiedBy>Sima Shafaei</cp:lastModifiedBy>
  <cp:revision>126</cp:revision>
  <dcterms:created xsi:type="dcterms:W3CDTF">2018-12-10T15:37:53Z</dcterms:created>
  <dcterms:modified xsi:type="dcterms:W3CDTF">2026-01-06T18:46:39Z</dcterms:modified>
</cp:coreProperties>
</file>